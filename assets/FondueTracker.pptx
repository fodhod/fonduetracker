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9EF"/>
    <a:srgbClr val="3D2D23"/>
    <a:srgbClr val="F08E76"/>
    <a:srgbClr val="E6ED8F"/>
    <a:srgbClr val="F9FE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10" autoAdjust="0"/>
    <p:restoredTop sz="94660"/>
  </p:normalViewPr>
  <p:slideViewPr>
    <p:cSldViewPr snapToGrid="0">
      <p:cViewPr>
        <p:scale>
          <a:sx n="52" d="100"/>
          <a:sy n="52" d="100"/>
        </p:scale>
        <p:origin x="2466" y="1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321A6-BCF9-0C30-4B70-5960090C9F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1DBD4-9915-B0F9-8404-210FE02503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AE47B5-9AA0-3FB0-1849-21AD97BDB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EF613-A959-47C6-AE7E-9FB23575995D}" type="datetimeFigureOut">
              <a:rPr lang="en-CH" smtClean="0"/>
              <a:t>31/10/2026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7CBE4D-D22C-CE5C-C048-ED156466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B50E5-D812-E180-30E9-B5C8CA521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7E352-B894-4D21-9C54-FC486BF5B7F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15800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4A2A8-B448-86A8-B75C-D2B1A50FE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4B28B-9B2A-183E-8521-48FBEC18E1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E1352-E364-E9F2-052D-2B66D187E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EF613-A959-47C6-AE7E-9FB23575995D}" type="datetimeFigureOut">
              <a:rPr lang="en-CH" smtClean="0"/>
              <a:t>31/10/2026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A447F-3949-D495-3A4A-7738C5B97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F0C3AB-ACE2-228B-4222-2B9687EDA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7E352-B894-4D21-9C54-FC486BF5B7F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053766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7F4E0-152D-F180-8005-781F82E9F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233B85-80E4-C880-D8A3-422093B5C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F0A21E-D76C-8AC1-CD10-8037215DA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EF613-A959-47C6-AE7E-9FB23575995D}" type="datetimeFigureOut">
              <a:rPr lang="en-CH" smtClean="0"/>
              <a:t>31/10/2026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56D5EB-D9CD-5AC8-69DB-73E0C7004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32DD62-8C8F-1C94-A140-B9E0C0EBB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7E352-B894-4D21-9C54-FC486BF5B7F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036311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3C55F-3167-5120-226D-9472D4767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12056-AC6B-2FD0-DB21-ED9EF9645D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DA348D-A89E-C08A-650E-947869F3E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7648BE-577D-B833-AAD4-D032BAC5C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EF613-A959-47C6-AE7E-9FB23575995D}" type="datetimeFigureOut">
              <a:rPr lang="en-CH" smtClean="0"/>
              <a:t>31/10/2026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FC0FB4-4BED-440E-C280-F85FCBFE6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1FD6B0-FC32-B0C1-5D65-356A56B16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7E352-B894-4D21-9C54-FC486BF5B7F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295559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52A2E-9CA6-F173-40D8-5021FB7D9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C3062E-32BC-4A65-6E51-984B62D76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0DDFEE-B6D1-048A-C607-FD61B3515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A56217-13DE-E871-6070-7118C1A9CD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6BF82D-EAE4-F122-49A0-A84538FB16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966ECD-E8F3-0BB5-D463-1AB4A7E14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EF613-A959-47C6-AE7E-9FB23575995D}" type="datetimeFigureOut">
              <a:rPr lang="en-CH" smtClean="0"/>
              <a:t>31/10/2026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C24F6E-978E-421B-6271-B51546105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07344E-E482-9B99-1D00-945497C3A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7E352-B894-4D21-9C54-FC486BF5B7F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072668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84F0-96CD-7D32-71B8-8F4414DB5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D1F7EB-A220-562E-E6CE-4A4019804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EF613-A959-47C6-AE7E-9FB23575995D}" type="datetimeFigureOut">
              <a:rPr lang="en-CH" smtClean="0"/>
              <a:t>31/10/2026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7FC643-A1DF-853A-D2D4-93901D2E6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3D5948-3847-CA04-D891-37BE4717F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7E352-B894-4D21-9C54-FC486BF5B7F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8228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9BC056-921A-B338-80BB-D9AD846AF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EF613-A959-47C6-AE7E-9FB23575995D}" type="datetimeFigureOut">
              <a:rPr lang="en-CH" smtClean="0"/>
              <a:t>31/10/2026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68C738-4C61-F6C6-DCE8-AEBBC2F25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32726-6715-9C57-C8CE-26DDC8137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7E352-B894-4D21-9C54-FC486BF5B7F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16802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33110-D8CE-1CE1-D5AE-794A9A0E1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86412-B8B2-076B-02BE-1EF1A7EFE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99951D-07F1-CF36-2C7E-592EEEF3F0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FEB6F2-1AD8-1E4C-7105-EE94C3ED0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EF613-A959-47C6-AE7E-9FB23575995D}" type="datetimeFigureOut">
              <a:rPr lang="en-CH" smtClean="0"/>
              <a:t>31/10/2026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E77D1-B3A5-9B6B-3E9A-F78170CB4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F044B2-37F7-3BFF-12DD-69BDFDF72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7E352-B894-4D21-9C54-FC486BF5B7F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088943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61551-8BF5-BE34-4916-5302B637E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311406-349B-987C-5D3A-7E93283A2C9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1EC3A2-A7C0-EE05-1FF3-A22D8341C0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1EDA64-0797-EAB1-7D26-7FCDE847A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EF613-A959-47C6-AE7E-9FB23575995D}" type="datetimeFigureOut">
              <a:rPr lang="en-CH" smtClean="0"/>
              <a:t>31/10/2026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6D0E0D-D54F-4D83-F9CD-1633D778E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207ACB-7E04-F42F-B1ED-5CC1D8EC3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7E352-B894-4D21-9C54-FC486BF5B7F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96530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E1856-8551-B99B-5133-F91ADAA7C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8AF4FE-2F88-CFBD-29F4-DD6C1E1B96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1ACCA-E089-28C8-6C23-918C3D8E0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EF613-A959-47C6-AE7E-9FB23575995D}" type="datetimeFigureOut">
              <a:rPr lang="en-CH" smtClean="0"/>
              <a:t>31/10/2026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40879B-8DA8-6C81-C8DB-14672D9AD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5EA92-40C9-897F-CEE0-96B68E781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7E352-B894-4D21-9C54-FC486BF5B7F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6416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EB0986-D2E6-168F-AD99-4190918D09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3F5401-3F58-59EC-6B76-DFD54ED4C2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2E1CC9-0438-305B-B332-BA2F54782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EF613-A959-47C6-AE7E-9FB23575995D}" type="datetimeFigureOut">
              <a:rPr lang="en-CH" smtClean="0"/>
              <a:t>31/10/2026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129DA-01D6-EF59-E5C9-13F5B277E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00EFC-7E08-C09D-F9A4-8248D902C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7E352-B894-4D21-9C54-FC486BF5B7F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44858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4F638C-D05C-8FE9-81DE-089DFA821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C4A804-9B10-D98E-3234-7BA86263F6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CEDEC-2713-66BB-D97E-6E9C4BA989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EF613-A959-47C6-AE7E-9FB23575995D}" type="datetimeFigureOut">
              <a:rPr lang="en-CH" smtClean="0"/>
              <a:t>31/10/2026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D0F13-E09E-C908-951E-B1A93687AC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0C41F-8383-893C-7FF5-0A623B77C7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17E352-B894-4D21-9C54-FC486BF5B7F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74081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F837928-ED17-925B-47DE-2CCE5F72FA5A}"/>
              </a:ext>
            </a:extLst>
          </p:cNvPr>
          <p:cNvSpPr/>
          <p:nvPr/>
        </p:nvSpPr>
        <p:spPr>
          <a:xfrm>
            <a:off x="0" y="0"/>
            <a:ext cx="12192000" cy="68580000"/>
          </a:xfrm>
          <a:prstGeom prst="rect">
            <a:avLst/>
          </a:prstGeom>
          <a:gradFill>
            <a:gsLst>
              <a:gs pos="0">
                <a:srgbClr val="F9FEDE"/>
              </a:gs>
              <a:gs pos="100000">
                <a:srgbClr val="E6ED8F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67DD78-3A68-A593-5B90-E58FF8689EC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762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4F9773A-F71E-2044-892C-A42F93BD50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52" b="10164"/>
          <a:stretch>
            <a:fillRect/>
          </a:stretch>
        </p:blipFill>
        <p:spPr>
          <a:xfrm>
            <a:off x="2104465" y="400050"/>
            <a:ext cx="7983069" cy="605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4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83CE66D-C98C-D1D9-5DFB-1DB268ABBEF6}"/>
              </a:ext>
            </a:extLst>
          </p:cNvPr>
          <p:cNvSpPr/>
          <p:nvPr/>
        </p:nvSpPr>
        <p:spPr>
          <a:xfrm>
            <a:off x="0" y="0"/>
            <a:ext cx="12192000" cy="68580000"/>
          </a:xfrm>
          <a:prstGeom prst="rect">
            <a:avLst/>
          </a:prstGeom>
          <a:gradFill>
            <a:gsLst>
              <a:gs pos="0">
                <a:srgbClr val="F9FEDE"/>
              </a:gs>
              <a:gs pos="100000">
                <a:srgbClr val="E6ED8F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EF4CD0-AC99-986A-4C34-FF7F9167E24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762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116A9EE-F725-C178-DDD6-4327FBA2B7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631" y="-666369"/>
            <a:ext cx="8190738" cy="81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223863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85B65-8A12-A563-2B85-C4727487E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9559288-71DB-4CFA-CDD4-CF6F96A679B4}"/>
              </a:ext>
            </a:extLst>
          </p:cNvPr>
          <p:cNvSpPr/>
          <p:nvPr/>
        </p:nvSpPr>
        <p:spPr>
          <a:xfrm>
            <a:off x="0" y="-27635200"/>
            <a:ext cx="12192000" cy="68580000"/>
          </a:xfrm>
          <a:prstGeom prst="rect">
            <a:avLst/>
          </a:prstGeom>
          <a:gradFill>
            <a:gsLst>
              <a:gs pos="0">
                <a:srgbClr val="F9FEDE"/>
              </a:gs>
              <a:gs pos="100000">
                <a:srgbClr val="E6ED8F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3034EA-95BC-1B56-8BB0-5CBC350E0A0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762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20" name="Free-form: Shape 19">
            <a:extLst>
              <a:ext uri="{FF2B5EF4-FFF2-40B4-BE49-F238E27FC236}">
                <a16:creationId xmlns:a16="http://schemas.microsoft.com/office/drawing/2014/main" id="{E8EC34E9-069D-BD95-8AB8-ABBA3274EB93}"/>
              </a:ext>
            </a:extLst>
          </p:cNvPr>
          <p:cNvSpPr/>
          <p:nvPr/>
        </p:nvSpPr>
        <p:spPr>
          <a:xfrm>
            <a:off x="3864897" y="2202153"/>
            <a:ext cx="3649086" cy="1775878"/>
          </a:xfrm>
          <a:custGeom>
            <a:avLst/>
            <a:gdLst>
              <a:gd name="csX0" fmla="*/ 0 w 4214192"/>
              <a:gd name="csY0" fmla="*/ 103725 h 2053944"/>
              <a:gd name="csX1" fmla="*/ 2491409 w 4214192"/>
              <a:gd name="csY1" fmla="*/ 77221 h 2053944"/>
              <a:gd name="csX2" fmla="*/ 2663687 w 4214192"/>
              <a:gd name="csY2" fmla="*/ 965117 h 2053944"/>
              <a:gd name="csX3" fmla="*/ 808383 w 4214192"/>
              <a:gd name="csY3" fmla="*/ 1057882 h 2053944"/>
              <a:gd name="csX4" fmla="*/ 1258957 w 4214192"/>
              <a:gd name="csY4" fmla="*/ 1932525 h 2053944"/>
              <a:gd name="csX5" fmla="*/ 4214192 w 4214192"/>
              <a:gd name="csY5" fmla="*/ 2025290 h 2053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214192" h="2053944">
                <a:moveTo>
                  <a:pt x="0" y="103725"/>
                </a:moveTo>
                <a:cubicBezTo>
                  <a:pt x="1023730" y="18690"/>
                  <a:pt x="2047461" y="-66344"/>
                  <a:pt x="2491409" y="77221"/>
                </a:cubicBezTo>
                <a:cubicBezTo>
                  <a:pt x="2935357" y="220786"/>
                  <a:pt x="2944191" y="801674"/>
                  <a:pt x="2663687" y="965117"/>
                </a:cubicBezTo>
                <a:cubicBezTo>
                  <a:pt x="2383183" y="1128561"/>
                  <a:pt x="1042505" y="896647"/>
                  <a:pt x="808383" y="1057882"/>
                </a:cubicBezTo>
                <a:cubicBezTo>
                  <a:pt x="574261" y="1219117"/>
                  <a:pt x="691322" y="1771290"/>
                  <a:pt x="1258957" y="1932525"/>
                </a:cubicBezTo>
                <a:cubicBezTo>
                  <a:pt x="1826592" y="2093760"/>
                  <a:pt x="3020392" y="2059525"/>
                  <a:pt x="4214192" y="2025290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FEF7322-7BC6-79E7-6A27-EA380A3F5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1699" y1="43652" x2="34717" y2="51367"/>
                        <a14:foregroundMark x1="34717" y1="51367" x2="37305" y2="60791"/>
                        <a14:foregroundMark x1="37305" y1="60791" x2="46484" y2="62402"/>
                        <a14:foregroundMark x1="46484" y1="62402" x2="52295" y2="58545"/>
                        <a14:foregroundMark x1="52295" y1="58545" x2="54688" y2="49316"/>
                        <a14:foregroundMark x1="54688" y1="49316" x2="48096" y2="42920"/>
                        <a14:foregroundMark x1="48096" y1="42920" x2="40869" y2="45068"/>
                        <a14:foregroundMark x1="40869" y1="45068" x2="40186" y2="45605"/>
                        <a14:foregroundMark x1="47949" y1="51953" x2="39697" y2="51904"/>
                        <a14:foregroundMark x1="39697" y1="51904" x2="46680" y2="55225"/>
                        <a14:foregroundMark x1="46680" y1="55225" x2="46680" y2="50928"/>
                      </a14:backgroundRemoval>
                    </a14:imgEffect>
                  </a14:imgLayer>
                </a14:imgProps>
              </a:ext>
            </a:extLst>
          </a:blip>
          <a:srcRect l="10952" t="23123" r="19079" b="22715"/>
          <a:stretch>
            <a:fillRect/>
          </a:stretch>
        </p:blipFill>
        <p:spPr>
          <a:xfrm>
            <a:off x="2368606" y="1316335"/>
            <a:ext cx="1862370" cy="144160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8A5F961-D741-535D-A761-707ABDE21D9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725" t="6518" r="10826" b="15533"/>
          <a:stretch>
            <a:fillRect/>
          </a:stretch>
        </p:blipFill>
        <p:spPr>
          <a:xfrm>
            <a:off x="1098178" y="2759650"/>
            <a:ext cx="5561702" cy="6333638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AF246073-F532-0F42-AC33-D3DA3D2D46DB}"/>
              </a:ext>
            </a:extLst>
          </p:cNvPr>
          <p:cNvGrpSpPr/>
          <p:nvPr/>
        </p:nvGrpSpPr>
        <p:grpSpPr>
          <a:xfrm>
            <a:off x="1619057" y="2030954"/>
            <a:ext cx="3292885" cy="3227786"/>
            <a:chOff x="1619057" y="2030954"/>
            <a:chExt cx="3292885" cy="3227786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27AD7BA-BB23-35D1-3BDD-C50A5D2A5401}"/>
                </a:ext>
              </a:extLst>
            </p:cNvPr>
            <p:cNvCxnSpPr/>
            <p:nvPr/>
          </p:nvCxnSpPr>
          <p:spPr>
            <a:xfrm flipH="1">
              <a:off x="1619057" y="2127612"/>
              <a:ext cx="1496291" cy="3131128"/>
            </a:xfrm>
            <a:prstGeom prst="line">
              <a:avLst/>
            </a:prstGeom>
            <a:ln w="38100">
              <a:solidFill>
                <a:schemeClr val="tx1">
                  <a:lumMod val="75000"/>
                  <a:lumOff val="2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297CE10-A904-8D03-06DA-A6620258F1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415651" y="2030954"/>
              <a:ext cx="1496291" cy="3131128"/>
            </a:xfrm>
            <a:prstGeom prst="line">
              <a:avLst/>
            </a:prstGeom>
            <a:ln w="38100">
              <a:solidFill>
                <a:schemeClr val="tx1">
                  <a:lumMod val="75000"/>
                  <a:lumOff val="2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D89FBB9E-78EE-A592-9E3D-0AD97D3310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3676" y="-105162"/>
            <a:ext cx="7068324" cy="706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14950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0C7FA-BC80-9CD6-EC02-DA291CBAF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43E6B1D-1BCE-CA15-D600-A2147F4818C2}"/>
              </a:ext>
            </a:extLst>
          </p:cNvPr>
          <p:cNvSpPr/>
          <p:nvPr/>
        </p:nvSpPr>
        <p:spPr>
          <a:xfrm>
            <a:off x="0" y="-30861000"/>
            <a:ext cx="12192000" cy="68580000"/>
          </a:xfrm>
          <a:prstGeom prst="rect">
            <a:avLst/>
          </a:prstGeom>
          <a:gradFill>
            <a:gsLst>
              <a:gs pos="0">
                <a:srgbClr val="F9FEDE"/>
              </a:gs>
              <a:gs pos="100000">
                <a:srgbClr val="E6ED8F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0C63C9-1CAD-C59C-6853-AC0DEECD52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762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D20E6C-22EC-D574-1F1F-038F229BBDD9}"/>
              </a:ext>
            </a:extLst>
          </p:cNvPr>
          <p:cNvSpPr/>
          <p:nvPr/>
        </p:nvSpPr>
        <p:spPr>
          <a:xfrm>
            <a:off x="0" y="-34290000"/>
            <a:ext cx="12192000" cy="3243600"/>
          </a:xfrm>
          <a:prstGeom prst="rect">
            <a:avLst/>
          </a:prstGeom>
          <a:gradFill>
            <a:gsLst>
              <a:gs pos="0">
                <a:srgbClr val="F9FEDE"/>
              </a:gs>
              <a:gs pos="100000">
                <a:srgbClr val="E6ED8F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98B5526-D6A3-FBC1-19CC-E6E197A9F8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46891" y="581586"/>
            <a:ext cx="4762500" cy="47625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C7F1103-7CE8-6B93-AF42-5C86E22110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26938" y="1047750"/>
            <a:ext cx="4762500" cy="47625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464CAE8-F4AD-E748-631D-A30A84348B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26938" y="1047750"/>
            <a:ext cx="4762500" cy="47625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E2BE062-239E-C00A-23C2-E327E162925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0725" t="6518" r="10826" b="15533"/>
          <a:stretch>
            <a:fillRect/>
          </a:stretch>
        </p:blipFill>
        <p:spPr>
          <a:xfrm>
            <a:off x="1061602" y="262181"/>
            <a:ext cx="5561702" cy="633363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A10FD36-BA85-3BF7-8EDB-46ECFBE10D5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3304" y="1047750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587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DC079-D283-328C-1223-D757C9D53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CD209BD-4E21-5FBC-685F-FBFCDF606493}"/>
              </a:ext>
            </a:extLst>
          </p:cNvPr>
          <p:cNvSpPr/>
          <p:nvPr/>
        </p:nvSpPr>
        <p:spPr>
          <a:xfrm>
            <a:off x="0" y="-34290000"/>
            <a:ext cx="12192000" cy="68580000"/>
          </a:xfrm>
          <a:prstGeom prst="rect">
            <a:avLst/>
          </a:prstGeom>
          <a:gradFill>
            <a:gsLst>
              <a:gs pos="0">
                <a:srgbClr val="F9FEDE"/>
              </a:gs>
              <a:gs pos="100000">
                <a:srgbClr val="E6ED8F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C138C2-5B84-1352-1C81-65F59109E48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762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8B36037-0DFC-B156-EDBF-7A03EA17EB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1551" y="1326216"/>
            <a:ext cx="4205568" cy="420556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356ED89-CAC1-7A14-347B-7006EBC674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332" y="1326216"/>
            <a:ext cx="4762500" cy="47625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DE635EF-7DD0-B987-1967-38CD4C69FB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32330" y="1047750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4633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Timothy Wittmer</dc:creator>
  <cp:lastModifiedBy>Timothy Wittmer</cp:lastModifiedBy>
  <cp:revision>1</cp:revision>
  <dcterms:created xsi:type="dcterms:W3CDTF">2026-10-31T13:07:26Z</dcterms:created>
  <dcterms:modified xsi:type="dcterms:W3CDTF">2026-10-31T16:50:15Z</dcterms:modified>
</cp:coreProperties>
</file>