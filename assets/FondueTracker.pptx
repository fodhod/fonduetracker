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D23"/>
    <a:srgbClr val="FFF9EF"/>
    <a:srgbClr val="F08E76"/>
    <a:srgbClr val="E6ED8F"/>
    <a:srgbClr val="F9F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21A6-BCF9-0C30-4B70-5960090C9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1DBD4-9915-B0F9-8404-210FE0250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47B5-9AA0-3FB0-1849-21AD97BD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CBE4D-D22C-CE5C-C048-ED156466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B50E5-D812-E180-30E9-B5C8CA52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5800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4A2A8-B448-86A8-B75C-D2B1A50F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4B28B-9B2A-183E-8521-48FBEC18E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E1352-E364-E9F2-052D-2B66D187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447F-3949-D495-3A4A-7738C5B97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0C3AB-ACE2-228B-4222-2B9687ED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5376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F4E0-152D-F180-8005-781F82E9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33B85-80E4-C880-D8A3-422093B5C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0A21E-D76C-8AC1-CD10-8037215D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6D5EB-D9CD-5AC8-69DB-73E0C700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2DD62-8C8F-1C94-A140-B9E0C0EB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3631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C55F-3167-5120-226D-9472D476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12056-AC6B-2FD0-DB21-ED9EF9645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A348D-A89E-C08A-650E-947869F3E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48BE-577D-B833-AAD4-D032BAC5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C0FB4-4BED-440E-C280-F85FCBFE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FD6B0-FC32-B0C1-5D65-356A56B1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2955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2A2E-9CA6-F173-40D8-5021FB7D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3062E-32BC-4A65-6E51-984B62D76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DDFEE-B6D1-048A-C607-FD61B3515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56217-13DE-E871-6070-7118C1A9C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6BF82D-EAE4-F122-49A0-A84538FB1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66ECD-E8F3-0BB5-D463-1AB4A7E1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24F6E-978E-421B-6271-B51546105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7344E-E482-9B99-1D00-945497C3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7266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84F0-96CD-7D32-71B8-8F4414DB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1F7EB-A220-562E-E6CE-4A40198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FC643-A1DF-853A-D2D4-93901D2E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D5948-3847-CA04-D891-37BE4717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822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BC056-921A-B338-80BB-D9AD846A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8C738-4C61-F6C6-DCE8-AEBBC2F2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32726-6715-9C57-C8CE-26DDC813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680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3110-D8CE-1CE1-D5AE-794A9A0E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86412-B8B2-076B-02BE-1EF1A7EF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9951D-07F1-CF36-2C7E-592EEEF3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EB6F2-1AD8-1E4C-7105-EE94C3ED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E77D1-B3A5-9B6B-3E9A-F78170CB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044B2-37F7-3BFF-12DD-69BDFDF72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8894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1551-8BF5-BE34-4916-5302B637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11406-349B-987C-5D3A-7E93283A2C9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EC3A2-A7C0-EE05-1FF3-A22D8341C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EDA64-0797-EAB1-7D26-7FCDE847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D0E0D-D54F-4D83-F9CD-1633D778E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07ACB-7E04-F42F-B1ED-5CC1D8EC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9653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1856-8551-B99B-5133-F91ADAA7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AF4FE-2F88-CFBD-29F4-DD6C1E1B9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1ACCA-E089-28C8-6C23-918C3D8E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0879B-8DA8-6C81-C8DB-14672D9AD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5EA92-40C9-897F-CEE0-96B68E78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64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B0986-D2E6-168F-AD99-4190918D0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F5401-3F58-59EC-6B76-DFD54ED4C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E1CC9-0438-305B-B332-BA2F5478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129DA-01D6-EF59-E5C9-13F5B277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00EFC-7E08-C09D-F9A4-8248D902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4485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4F638C-D05C-8FE9-81DE-089DFA82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4A804-9B10-D98E-3234-7BA86263F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EDEC-2713-66BB-D97E-6E9C4BA98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EF613-A959-47C6-AE7E-9FB23575995D}" type="datetimeFigureOut">
              <a:rPr lang="en-CH" smtClean="0"/>
              <a:t>01/11/2026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0F13-E09E-C908-951E-B1A93687A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0C41F-8383-893C-7FF5-0A623B77C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7E352-B894-4D21-9C54-FC486BF5B7F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7408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837928-ED17-925B-47DE-2CCE5F72FA5A}"/>
              </a:ext>
            </a:extLst>
          </p:cNvPr>
          <p:cNvSpPr/>
          <p:nvPr/>
        </p:nvSpPr>
        <p:spPr>
          <a:xfrm>
            <a:off x="0" y="0"/>
            <a:ext cx="12192000" cy="68580000"/>
          </a:xfrm>
          <a:prstGeom prst="rect">
            <a:avLst/>
          </a:prstGeom>
          <a:gradFill>
            <a:gsLst>
              <a:gs pos="0">
                <a:srgbClr val="F9FEDE"/>
              </a:gs>
              <a:gs pos="100000">
                <a:srgbClr val="E6E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7DD78-3A68-A593-5B90-E58FF8689E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F9773A-F71E-2044-892C-A42F93BD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52" b="10164"/>
          <a:stretch>
            <a:fillRect/>
          </a:stretch>
        </p:blipFill>
        <p:spPr>
          <a:xfrm>
            <a:off x="2104465" y="400050"/>
            <a:ext cx="7983069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3CE66D-C98C-D1D9-5DFB-1DB268ABBEF6}"/>
              </a:ext>
            </a:extLst>
          </p:cNvPr>
          <p:cNvSpPr/>
          <p:nvPr/>
        </p:nvSpPr>
        <p:spPr>
          <a:xfrm>
            <a:off x="0" y="0"/>
            <a:ext cx="12192000" cy="68580000"/>
          </a:xfrm>
          <a:prstGeom prst="rect">
            <a:avLst/>
          </a:prstGeom>
          <a:gradFill>
            <a:gsLst>
              <a:gs pos="0">
                <a:srgbClr val="F9FEDE"/>
              </a:gs>
              <a:gs pos="100000">
                <a:srgbClr val="E6E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EF4CD0-AC99-986A-4C34-FF7F9167E2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16A9EE-F725-C178-DDD6-4327FBA2B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31" y="-666369"/>
            <a:ext cx="8190738" cy="81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2386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85B65-8A12-A563-2B85-C4727487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559288-71DB-4CFA-CDD4-CF6F96A679B4}"/>
              </a:ext>
            </a:extLst>
          </p:cNvPr>
          <p:cNvSpPr/>
          <p:nvPr/>
        </p:nvSpPr>
        <p:spPr>
          <a:xfrm>
            <a:off x="0" y="-27635200"/>
            <a:ext cx="12192000" cy="68580000"/>
          </a:xfrm>
          <a:prstGeom prst="rect">
            <a:avLst/>
          </a:prstGeom>
          <a:gradFill>
            <a:gsLst>
              <a:gs pos="0">
                <a:srgbClr val="F9FEDE"/>
              </a:gs>
              <a:gs pos="100000">
                <a:srgbClr val="E6E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034EA-95BC-1B56-8BB0-5CBC350E0A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E8EC34E9-069D-BD95-8AB8-ABBA3274EB93}"/>
              </a:ext>
            </a:extLst>
          </p:cNvPr>
          <p:cNvSpPr/>
          <p:nvPr/>
        </p:nvSpPr>
        <p:spPr>
          <a:xfrm>
            <a:off x="3801035" y="2202153"/>
            <a:ext cx="3608394" cy="1284481"/>
          </a:xfrm>
          <a:custGeom>
            <a:avLst/>
            <a:gdLst>
              <a:gd name="csX0" fmla="*/ 0 w 4214192"/>
              <a:gd name="csY0" fmla="*/ 103725 h 2053944"/>
              <a:gd name="csX1" fmla="*/ 2491409 w 4214192"/>
              <a:gd name="csY1" fmla="*/ 77221 h 2053944"/>
              <a:gd name="csX2" fmla="*/ 2663687 w 4214192"/>
              <a:gd name="csY2" fmla="*/ 965117 h 2053944"/>
              <a:gd name="csX3" fmla="*/ 808383 w 4214192"/>
              <a:gd name="csY3" fmla="*/ 1057882 h 2053944"/>
              <a:gd name="csX4" fmla="*/ 1258957 w 4214192"/>
              <a:gd name="csY4" fmla="*/ 1932525 h 2053944"/>
              <a:gd name="csX5" fmla="*/ 4214192 w 4214192"/>
              <a:gd name="csY5" fmla="*/ 2025290 h 2053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14192" h="2053944">
                <a:moveTo>
                  <a:pt x="0" y="103725"/>
                </a:moveTo>
                <a:cubicBezTo>
                  <a:pt x="1023730" y="18690"/>
                  <a:pt x="2047461" y="-66344"/>
                  <a:pt x="2491409" y="77221"/>
                </a:cubicBezTo>
                <a:cubicBezTo>
                  <a:pt x="2935357" y="220786"/>
                  <a:pt x="2944191" y="801674"/>
                  <a:pt x="2663687" y="965117"/>
                </a:cubicBezTo>
                <a:cubicBezTo>
                  <a:pt x="2383183" y="1128561"/>
                  <a:pt x="1042505" y="896647"/>
                  <a:pt x="808383" y="1057882"/>
                </a:cubicBezTo>
                <a:cubicBezTo>
                  <a:pt x="574261" y="1219117"/>
                  <a:pt x="691322" y="1771290"/>
                  <a:pt x="1258957" y="1932525"/>
                </a:cubicBezTo>
                <a:cubicBezTo>
                  <a:pt x="1826592" y="2093760"/>
                  <a:pt x="3020392" y="2059525"/>
                  <a:pt x="4214192" y="2025290"/>
                </a:cubicBezTo>
              </a:path>
            </a:pathLst>
          </a:custGeom>
          <a:noFill/>
          <a:ln w="76200">
            <a:solidFill>
              <a:srgbClr val="3D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FEF7322-7BC6-79E7-6A27-EA380A3F5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699" y1="43652" x2="34717" y2="51367"/>
                        <a14:foregroundMark x1="34717" y1="51367" x2="37305" y2="60791"/>
                        <a14:foregroundMark x1="37305" y1="60791" x2="46484" y2="62402"/>
                        <a14:foregroundMark x1="46484" y1="62402" x2="52295" y2="58545"/>
                        <a14:foregroundMark x1="52295" y1="58545" x2="54688" y2="49316"/>
                        <a14:foregroundMark x1="54688" y1="49316" x2="48096" y2="42920"/>
                        <a14:foregroundMark x1="48096" y1="42920" x2="40869" y2="45068"/>
                        <a14:foregroundMark x1="40869" y1="45068" x2="40186" y2="45605"/>
                        <a14:foregroundMark x1="47949" y1="51953" x2="39697" y2="51904"/>
                        <a14:foregroundMark x1="39697" y1="51904" x2="46680" y2="55225"/>
                        <a14:foregroundMark x1="46680" y1="55225" x2="46680" y2="50928"/>
                      </a14:backgroundRemoval>
                    </a14:imgEffect>
                  </a14:imgLayer>
                </a14:imgProps>
              </a:ext>
            </a:extLst>
          </a:blip>
          <a:srcRect l="10952" t="23123" r="19079" b="22715"/>
          <a:stretch>
            <a:fillRect/>
          </a:stretch>
        </p:blipFill>
        <p:spPr>
          <a:xfrm>
            <a:off x="2368606" y="1316335"/>
            <a:ext cx="1862370" cy="144160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AF246073-F532-0F42-AC33-D3DA3D2D46DB}"/>
              </a:ext>
            </a:extLst>
          </p:cNvPr>
          <p:cNvGrpSpPr/>
          <p:nvPr/>
        </p:nvGrpSpPr>
        <p:grpSpPr>
          <a:xfrm>
            <a:off x="1619057" y="2030954"/>
            <a:ext cx="3292885" cy="3227786"/>
            <a:chOff x="1619057" y="2030954"/>
            <a:chExt cx="3292885" cy="322778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7AD7BA-BB23-35D1-3BDD-C50A5D2A5401}"/>
                </a:ext>
              </a:extLst>
            </p:cNvPr>
            <p:cNvCxnSpPr/>
            <p:nvPr/>
          </p:nvCxnSpPr>
          <p:spPr>
            <a:xfrm flipH="1">
              <a:off x="1619057" y="2127612"/>
              <a:ext cx="1496291" cy="3131128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297CE10-A904-8D03-06DA-A6620258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15651" y="2030954"/>
              <a:ext cx="1496291" cy="3131128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D89FBB9E-78EE-A592-9E3D-0AD97D331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2"/>
          <a:stretch>
            <a:fillRect/>
          </a:stretch>
        </p:blipFill>
        <p:spPr>
          <a:xfrm>
            <a:off x="6960182" y="-105162"/>
            <a:ext cx="5231817" cy="7068324"/>
          </a:xfrm>
          <a:prstGeom prst="rect">
            <a:avLst/>
          </a:prstGeom>
        </p:spPr>
      </p:pic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5F807B45-BDDA-83D3-9A81-7BD53F40D77F}"/>
              </a:ext>
            </a:extLst>
          </p:cNvPr>
          <p:cNvSpPr/>
          <p:nvPr/>
        </p:nvSpPr>
        <p:spPr>
          <a:xfrm>
            <a:off x="4411864" y="3905906"/>
            <a:ext cx="3064701" cy="1088013"/>
          </a:xfrm>
          <a:custGeom>
            <a:avLst/>
            <a:gdLst>
              <a:gd name="csX0" fmla="*/ 3064701 w 3064701"/>
              <a:gd name="csY0" fmla="*/ 74423 h 1088013"/>
              <a:gd name="csX1" fmla="*/ 2248912 w 3064701"/>
              <a:gd name="csY1" fmla="*/ 217859 h 1088013"/>
              <a:gd name="csX2" fmla="*/ 2311665 w 3064701"/>
              <a:gd name="csY2" fmla="*/ 1087435 h 1088013"/>
              <a:gd name="csX3" fmla="*/ 213924 w 3064701"/>
              <a:gd name="csY3" fmla="*/ 74423 h 1088013"/>
              <a:gd name="csX4" fmla="*/ 178065 w 3064701"/>
              <a:gd name="csY4" fmla="*/ 155106 h 1088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64701" h="1088013">
                <a:moveTo>
                  <a:pt x="3064701" y="74423"/>
                </a:moveTo>
                <a:cubicBezTo>
                  <a:pt x="2719559" y="61723"/>
                  <a:pt x="2374418" y="49024"/>
                  <a:pt x="2248912" y="217859"/>
                </a:cubicBezTo>
                <a:cubicBezTo>
                  <a:pt x="2123406" y="386694"/>
                  <a:pt x="2650830" y="1111341"/>
                  <a:pt x="2311665" y="1087435"/>
                </a:cubicBezTo>
                <a:cubicBezTo>
                  <a:pt x="1972500" y="1063529"/>
                  <a:pt x="569524" y="229811"/>
                  <a:pt x="213924" y="74423"/>
                </a:cubicBezTo>
                <a:cubicBezTo>
                  <a:pt x="-141676" y="-80965"/>
                  <a:pt x="18194" y="37070"/>
                  <a:pt x="178065" y="155106"/>
                </a:cubicBezTo>
              </a:path>
            </a:pathLst>
          </a:custGeom>
          <a:noFill/>
          <a:ln w="76200">
            <a:solidFill>
              <a:srgbClr val="3D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3016A-1BDD-A8AC-91D9-99728A3716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8" t="45012" r="31854" b="16211"/>
          <a:stretch>
            <a:fillRect/>
          </a:stretch>
        </p:blipFill>
        <p:spPr>
          <a:xfrm rot="5216011">
            <a:off x="3087992" y="3545740"/>
            <a:ext cx="2048239" cy="184673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8A5F961-D741-535D-A761-707ABDE21D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725" t="6518" r="10826" b="15533"/>
          <a:stretch>
            <a:fillRect/>
          </a:stretch>
        </p:blipFill>
        <p:spPr>
          <a:xfrm>
            <a:off x="1098178" y="2759650"/>
            <a:ext cx="5561702" cy="633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0C7FA-BC80-9CD6-EC02-DA291CBA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3E6B1D-1BCE-CA15-D600-A2147F4818C2}"/>
              </a:ext>
            </a:extLst>
          </p:cNvPr>
          <p:cNvSpPr/>
          <p:nvPr/>
        </p:nvSpPr>
        <p:spPr>
          <a:xfrm>
            <a:off x="0" y="-30861000"/>
            <a:ext cx="12192000" cy="68580000"/>
          </a:xfrm>
          <a:prstGeom prst="rect">
            <a:avLst/>
          </a:prstGeom>
          <a:gradFill>
            <a:gsLst>
              <a:gs pos="0">
                <a:srgbClr val="F9FEDE"/>
              </a:gs>
              <a:gs pos="100000">
                <a:srgbClr val="E6E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0C63C9-1CAD-C59C-6853-AC0DEECD52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D20E6C-22EC-D574-1F1F-038F229BBDD9}"/>
              </a:ext>
            </a:extLst>
          </p:cNvPr>
          <p:cNvSpPr/>
          <p:nvPr/>
        </p:nvSpPr>
        <p:spPr>
          <a:xfrm>
            <a:off x="0" y="-34290000"/>
            <a:ext cx="12192000" cy="3243600"/>
          </a:xfrm>
          <a:prstGeom prst="rect">
            <a:avLst/>
          </a:prstGeom>
          <a:gradFill>
            <a:gsLst>
              <a:gs pos="0">
                <a:srgbClr val="F9FEDE"/>
              </a:gs>
              <a:gs pos="100000">
                <a:srgbClr val="E6E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8B5526-D6A3-FBC1-19CC-E6E197A9F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891" y="581586"/>
            <a:ext cx="4762500" cy="4762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C7F1103-7CE8-6B93-AF42-5C86E2211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6938" y="1047750"/>
            <a:ext cx="4762500" cy="4762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464CAE8-F4AD-E748-631D-A30A84348B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6938" y="1047750"/>
            <a:ext cx="4762500" cy="4762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E2BE062-239E-C00A-23C2-E327E16292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725" t="6518" r="10826" b="15533"/>
          <a:stretch>
            <a:fillRect/>
          </a:stretch>
        </p:blipFill>
        <p:spPr>
          <a:xfrm>
            <a:off x="1061602" y="262181"/>
            <a:ext cx="5561702" cy="633363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A10FD36-BA85-3BF7-8EDB-46ECFBE10D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304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8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C079-D283-328C-1223-D757C9D5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D209BD-4E21-5FBC-685F-FBFCDF606493}"/>
              </a:ext>
            </a:extLst>
          </p:cNvPr>
          <p:cNvSpPr/>
          <p:nvPr/>
        </p:nvSpPr>
        <p:spPr>
          <a:xfrm>
            <a:off x="0" y="-34290000"/>
            <a:ext cx="12192000" cy="68580000"/>
          </a:xfrm>
          <a:prstGeom prst="rect">
            <a:avLst/>
          </a:prstGeom>
          <a:gradFill>
            <a:gsLst>
              <a:gs pos="0">
                <a:srgbClr val="F9FEDE"/>
              </a:gs>
              <a:gs pos="100000">
                <a:srgbClr val="E6E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138C2-5B84-1352-1C81-65F59109E4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B36037-0DFC-B156-EDBF-7A03EA17E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551" y="1326216"/>
            <a:ext cx="4205568" cy="42055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56ED89-CAC1-7A14-347B-7006EBC67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332" y="1326216"/>
            <a:ext cx="4762500" cy="4762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E635EF-7DD0-B987-1967-38CD4C69F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233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6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Wittmer</dc:creator>
  <cp:lastModifiedBy>Timothy Wittmer</cp:lastModifiedBy>
  <cp:revision>2</cp:revision>
  <dcterms:created xsi:type="dcterms:W3CDTF">2026-10-31T13:07:26Z</dcterms:created>
  <dcterms:modified xsi:type="dcterms:W3CDTF">2026-11-01T09:06:01Z</dcterms:modified>
</cp:coreProperties>
</file>